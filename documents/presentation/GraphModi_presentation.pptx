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dPt>
            <c:idx val="0"/>
            <c:spPr>
              <a:solidFill>
                <a:srgbClr val="F28C28"/>
              </a:solidFill>
            </c:spPr>
          </c:dPt>
          <c:dPt>
            <c:idx val="1"/>
            <c:spPr>
              <a:solidFill>
                <a:srgbClr val="F7C07F"/>
              </a:solidFill>
            </c:spPr>
          </c:dPt>
          <c:dPt>
            <c:idx val="2"/>
            <c:spPr>
              <a:solidFill>
                <a:srgbClr val="1C7C8A"/>
              </a:solidFill>
            </c:spPr>
          </c:dPt>
          <c:dPt>
            <c:idx val="3"/>
            <c:spPr>
              <a:solidFill>
                <a:srgbClr val="9FB3BF"/>
              </a:solidFill>
            </c:spPr>
          </c:dPt>
          <c:dPt>
            <c:idx val="4"/>
            <c:spPr>
              <a:solidFill>
                <a:srgbClr val="9FB3BF"/>
              </a:solidFill>
            </c:spPr>
          </c:dPt>
          <c:dPt>
            <c:idx val="5"/>
            <c:spPr>
              <a:solidFill>
                <a:srgbClr val="9FB3BF"/>
              </a:solidFill>
            </c:spPr>
          </c:dPt>
          <c:dPt>
            <c:idx val="6"/>
            <c:spPr>
              <a:solidFill>
                <a:srgbClr val="9FB3BF"/>
              </a:solidFill>
            </c:spPr>
          </c:dPt>
          <c:dPt>
            <c:idx val="7"/>
            <c:spPr>
              <a:solidFill>
                <a:srgbClr val="9FB3BF"/>
              </a:solidFill>
            </c:spPr>
          </c:dPt>
          <c:dPt>
            <c:idx val="8"/>
            <c:spPr>
              <a:solidFill>
                <a:srgbClr val="9FB3BF"/>
              </a:solidFill>
            </c:spPr>
          </c:dPt>
          <c:cat>
            <c:strRef>
              <c:f>Sheet1!$A$2:$A$10</c:f>
              <c:strCache>
                <c:ptCount val="9"/>
                <c:pt idx="0">
                  <c:v>GraphModi (predicted edits)</c:v>
                </c:pt>
                <c:pt idx="1">
                  <c:v>oracle updated graph</c:v>
                </c:pt>
                <c:pt idx="2">
                  <c:v>soft prompt (sees history)</c:v>
                </c:pt>
                <c:pt idx="3">
                  <c:v>frozen graph + history</c:v>
                </c:pt>
                <c:pt idx="4">
                  <c:v>structure only (G0)</c:v>
                </c:pt>
                <c:pt idx="5">
                  <c:v>shuffled graph</c:v>
                </c:pt>
                <c:pt idx="6">
                  <c:v>graph once, then text</c:v>
                </c:pt>
                <c:pt idx="7">
                  <c:v>token-matched history</c:v>
                </c:pt>
                <c:pt idx="8">
                  <c:v>question only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34.9</c:v>
                </c:pt>
                <c:pt idx="1">
                  <c:v>35.1</c:v>
                </c:pt>
                <c:pt idx="2">
                  <c:v>34.2</c:v>
                </c:pt>
                <c:pt idx="3">
                  <c:v>32.5</c:v>
                </c:pt>
                <c:pt idx="4">
                  <c:v>32.3</c:v>
                </c:pt>
                <c:pt idx="5">
                  <c:v>30.2</c:v>
                </c:pt>
                <c:pt idx="6">
                  <c:v>29.8</c:v>
                </c:pt>
                <c:pt idx="7">
                  <c:v>29.0</c:v>
                </c:pt>
                <c:pt idx="8">
                  <c:v>27.7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/>
        <c:axPos val="b"/>
        <c:majorGridlines>
          <c:spPr>
            <a:ln>
              <a:solidFill>
                <a:srgbClr val="DDE3E7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B262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Test accuracy (%) by session length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GraphModi (predicted edits)</c:v>
                </c:pt>
              </c:strCache>
            </c:strRef>
          </c:tx>
          <c:spPr>
            <a:ln w="31750">
              <a:solidFill>
                <a:srgbClr val="F28C28"/>
              </a:solidFill>
            </a:ln>
          </c:spPr>
          <c:marker>
            <c:spPr>
              <a:solidFill>
                <a:srgbClr val="F28C28"/>
              </a:solidFill>
              <a:ln>
                <a:solidFill>
                  <a:srgbClr val="F28C28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 turn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36.0</c:v>
                </c:pt>
                <c:pt idx="1">
                  <c:v>36.9</c:v>
                </c:pt>
                <c:pt idx="2">
                  <c:v>34.5</c:v>
                </c:pt>
                <c:pt idx="3">
                  <c:v>34.5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Oracle graph</c:v>
                </c:pt>
              </c:strCache>
            </c:strRef>
          </c:tx>
          <c:spPr>
            <a:ln w="31750">
              <a:solidFill>
                <a:srgbClr val="F7C07F"/>
              </a:solidFill>
            </a:ln>
          </c:spPr>
          <c:marker>
            <c:spPr>
              <a:solidFill>
                <a:srgbClr val="F7C07F"/>
              </a:solidFill>
              <a:ln>
                <a:solidFill>
                  <a:srgbClr val="F7C07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 turn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35.7</c:v>
                </c:pt>
                <c:pt idx="1">
                  <c:v>37.7</c:v>
                </c:pt>
                <c:pt idx="2">
                  <c:v>34.8</c:v>
                </c:pt>
                <c:pt idx="3">
                  <c:v>34.5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Stale G0 + history</c:v>
                </c:pt>
              </c:strCache>
            </c:strRef>
          </c:tx>
          <c:spPr>
            <a:ln w="31750">
              <a:solidFill>
                <a:srgbClr val="1C7C8A"/>
              </a:solidFill>
            </a:ln>
          </c:spPr>
          <c:marker>
            <c:spPr>
              <a:solidFill>
                <a:srgbClr val="1C7C8A"/>
              </a:solidFill>
              <a:ln>
                <a:solidFill>
                  <a:srgbClr val="1C7C8A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 turn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35.4</c:v>
                </c:pt>
                <c:pt idx="1">
                  <c:v>34.7</c:v>
                </c:pt>
                <c:pt idx="2">
                  <c:v>32.3</c:v>
                </c:pt>
                <c:pt idx="3">
                  <c:v>31.6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Soft prompt</c:v>
                </c:pt>
              </c:strCache>
            </c:strRef>
          </c:tx>
          <c:spPr>
            <a:ln w="31750">
              <a:solidFill>
                <a:srgbClr val="7A8C97"/>
              </a:solidFill>
            </a:ln>
          </c:spPr>
          <c:marker>
            <c:spPr>
              <a:solidFill>
                <a:srgbClr val="7A8C97"/>
              </a:solidFill>
              <a:ln>
                <a:solidFill>
                  <a:srgbClr val="7A8C97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 turn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32.3</c:v>
                </c:pt>
                <c:pt idx="1">
                  <c:v>33.0</c:v>
                </c:pt>
                <c:pt idx="2">
                  <c:v>34.4</c:v>
                </c:pt>
                <c:pt idx="3">
                  <c:v>34.6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.0"/>
          <c:min val="25.0"/>
        </c:scaling>
        <c:delete val="0"/>
        <c:axPos val="l"/>
        <c:majorGridlines>
          <c:spPr>
            <a:ln>
              <a:solidFill>
                <a:srgbClr val="DDE3E7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1B262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Test accuracy (%) by turn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GraphModi (predicted edits)</c:v>
                </c:pt>
              </c:strCache>
            </c:strRef>
          </c:tx>
          <c:spPr>
            <a:solidFill>
              <a:srgbClr val="F28C28"/>
            </a:solidFill>
          </c:spPr>
          <c:cat>
            <c:strRef>
              <c:f>Sheet1!$A$2:$A$3</c:f>
              <c:strCache>
                <c:ptCount val="2"/>
                <c:pt idx="0">
                  <c:v>Answer changed (41%)</c:v>
                </c:pt>
                <c:pt idx="1">
                  <c:v>Unchanged (59%)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34.2</c:v>
                </c:pt>
                <c:pt idx="1">
                  <c:v>35.4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Oracle graph</c:v>
                </c:pt>
              </c:strCache>
            </c:strRef>
          </c:tx>
          <c:spPr>
            <a:solidFill>
              <a:srgbClr val="F7C07F"/>
            </a:solidFill>
          </c:spPr>
          <c:cat>
            <c:strRef>
              <c:f>Sheet1!$A$2:$A$3</c:f>
              <c:strCache>
                <c:ptCount val="2"/>
                <c:pt idx="0">
                  <c:v>Answer changed (41%)</c:v>
                </c:pt>
                <c:pt idx="1">
                  <c:v>Unchanged (59%)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34.6</c:v>
                </c:pt>
                <c:pt idx="1">
                  <c:v>35.4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Stale G0</c:v>
                </c:pt>
              </c:strCache>
            </c:strRef>
          </c:tx>
          <c:spPr>
            <a:solidFill>
              <a:srgbClr val="1C7C8A"/>
            </a:solidFill>
          </c:spPr>
          <c:cat>
            <c:strRef>
              <c:f>Sheet1!$A$2:$A$3</c:f>
              <c:strCache>
                <c:ptCount val="2"/>
                <c:pt idx="0">
                  <c:v>Answer changed (41%)</c:v>
                </c:pt>
                <c:pt idx="1">
                  <c:v>Unchanged (59%)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29.7</c:v>
                </c:pt>
                <c:pt idx="1">
                  <c:v>34.4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20.0"/>
        </c:scaling>
        <c:delete val="0"/>
        <c:axPos val="l"/>
        <c:majorGridlines>
          <c:spPr>
            <a:ln>
              <a:solidFill>
                <a:srgbClr val="DDE3E7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B262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GraphModi asks: what happens to a graph language model when the graph changes mid-conversation?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 surveyed works evaluates QA against a graph supplied once per query. Our controls borrow from them: text-serialised history, soft prompt, and shuffled graph from CLEGR.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Writing and reading are scored separately, which is what existing GLM evaluations do not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 accuracy is the fraction of turns where applying the predicted program yields the same graph as the gold program. An edit error persists into later 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Shuffled graph tests that tokens encode this session graph. Stale answer is the pre-edit answer, returned with no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lines: stale-answer baseline 59.3% (ignores edits), per-task majority 29.4%. Static QA test: TEA 36.3, soft prompt 32.8, majority 28.9.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Re-encoded accuracy is the same on changed and unchanged turns, which is what a model reading the current graph should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on the benchmark after the mid-project report. The second model reports 37.6 with predicted edits vs 37.9 with oracle edits.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 of the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path is the bottleneck: about 35% absolute accuracy, count tasks under 20%.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mbria"/>
              </a:rPr>
              <a:t>GraphModi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8C28"/>
                </a:solidFill>
                <a:latin typeface="Calibri"/>
              </a:rPr>
              <a:t>Updating graph language models in multi-turn dialogue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AD6DD"/>
                </a:solidFill>
                <a:latin typeface="Calibri"/>
              </a:rPr>
              <a:t>Team Hansraj: Prasoon Dev, Yajat Lakhanpal, Hrishiraj Mitra, Arihant Rastogi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CAD6DD"/>
                </a:solidFill>
                <a:latin typeface="Calibri"/>
              </a:rPr>
              <a:t>ANLP project, IIIT Hyderabad</a:t>
            </a:r>
          </a:p>
        </p:txBody>
      </p:sp>
      <p:sp>
        <p:nvSpPr>
          <p:cNvPr id="5" name="Oval 4"/>
          <p:cNvSpPr/>
          <p:nvPr/>
        </p:nvSpPr>
        <p:spPr>
          <a:xfrm>
            <a:off x="8778240" y="822960"/>
            <a:ext cx="411480" cy="41148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10332720" y="1737360"/>
            <a:ext cx="411480" cy="411480"/>
          </a:xfrm>
          <a:prstGeom prst="ellipse">
            <a:avLst/>
          </a:prstGeom>
          <a:solidFill>
            <a:srgbClr val="1C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9326880" y="4754880"/>
            <a:ext cx="411480" cy="41148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11064240" y="640080"/>
            <a:ext cx="411480" cy="411480"/>
          </a:xfrm>
          <a:prstGeom prst="ellipse">
            <a:avLst/>
          </a:prstGeom>
          <a:solidFill>
            <a:srgbClr val="1C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2B3D"/>
                </a:solidFill>
                <a:latin typeface="Cambria"/>
              </a:rPr>
              <a:t>Motivation: the graph is always static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75"/>
                </a:solidFill>
                <a:latin typeface="Calibri"/>
              </a:rPr>
              <a:t>Prior work answers questions about a graph that is handed over once and never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7C8A"/>
                </a:solidFill>
                <a:latin typeface="Calibri"/>
              </a:rPr>
              <a:t>Graphs as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Calibri"/>
              </a:rPr>
              <a:t>Talk-like-a-graph and the NLGraph benchmark serialise a fixed graph into the prompt. Accuracy depends on the encoding and is brittle to spurious correlations, but the graph itself never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28C28"/>
                </a:solidFill>
                <a:latin typeface="Calibri"/>
              </a:rPr>
              <a:t>Soft graph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377439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Calibri"/>
              </a:rPr>
              <a:t>GraphToken, TEA-GLM, G-Retriever and Graph Language Models pass a GNN encoding of one graph to a frozen or lightly tuned LLM. Each query gets a graph supplied once, and the tokens are computed once.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7C8A"/>
                </a:solidFill>
                <a:latin typeface="Calibri"/>
              </a:rPr>
              <a:t>Evaluations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77439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Calibri"/>
              </a:rPr>
              <a:t>CLEGR and soft-prompt studies ask whether the model really uses the graph, yet still on a fixed graph. Dynamic-graph QA and knowledge-editing work (DyGraphQA, MQuAKE) describe changes in text or in model weights, not in graph tokens.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834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0F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663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No benchmark exists for this setting: none defines how a natural-language revision should change the graph a GLM encodes, or scores answers turn by turn as the graph evolves. Our main contribution is that multi-turn benchmark, with GraphModi as the first system evaluated on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C6B7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2B3D"/>
                </a:solidFill>
                <a:latin typeface="Cambria"/>
              </a:rPr>
              <a:t>The problem: graph tokens go stale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75"/>
                </a:solidFill>
                <a:latin typeface="Calibri"/>
              </a:rPr>
              <a:t>GLMs encode the graph once; users keep revising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7C8A"/>
                </a:solidFill>
                <a:latin typeface="Calibri"/>
              </a:rPr>
              <a:t>1  Static GLM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Calibri"/>
              </a:rPr>
              <a:t>A GNN encodes the graph G0 into soft tokens that a frozen LLM attends to. This works well as long as the graph never changes during the conversation.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28C28"/>
                </a:solidFill>
                <a:latin typeface="Calibri"/>
              </a:rPr>
              <a:t>2  User revises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377439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Calibri"/>
              </a:rPr>
              <a:t>A transit user says "Station X is closed now" or corrects an earlier connection. The tokens computed before the message still describe the old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3  Stale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77439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Calibri"/>
              </a:rPr>
              <a:t>Any question whose answer depends on the revision, such as whether two stations are still reachable, gets the pre-revision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0F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Task: keep the graph state correct across turns and answer about the current graph, with the LLM never reading the revision text.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FFFFFF"/>
                </a:solidFill>
                <a:latin typeface="Calibri"/>
              </a:rPr>
              <a:t>Two skills to test separately: WRITE (revision -&gt; graph change) and READ (answer from re-encoded tokens).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C6B7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2B3D"/>
                </a:solidFill>
                <a:latin typeface="Cambria"/>
              </a:rPr>
              <a:t>Research questions and contributions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544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2B3D"/>
                </a:solidFill>
                <a:latin typeface="Calibri"/>
              </a:rPr>
              <a:t>RQ1  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659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Calibri"/>
              </a:rPr>
              <a:t>Can a frozen LLM emit executable edit programs from a few-shot prompt? What do its errors cost?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788920"/>
            <a:ext cx="640080" cy="64008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2B3D"/>
                </a:solidFill>
                <a:latin typeface="Calibri"/>
              </a:rPr>
              <a:t>RQ2 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20040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Calibri"/>
              </a:rPr>
              <a:t>Does re-encoding beat stale G0 tokens and text-history controls as turns accumulate?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23360"/>
            <a:ext cx="640080" cy="64008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0233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2B3D"/>
                </a:solidFill>
                <a:latin typeface="Calibri"/>
              </a:rPr>
              <a:t>RQ3  Graph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43484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Calibri"/>
              </a:rPr>
              <a:t>Do graph tokens carry information beyond graph-blind baselines?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463040"/>
            <a:ext cx="50292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691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7C8A"/>
                </a:solidFill>
                <a:latin typeface="Calibri"/>
              </a:rPr>
              <a:t>Contributions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240280"/>
            <a:ext cx="44805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Calibri"/>
              </a:rPr>
              <a:t>Main: a multi-turn benchmark for graph language models. Sessions of revision plus question, 4,455 turns per split, crossing graph size, density, session length and task, with 41% of test turns changing the answer.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B262E"/>
                </a:solidFill>
                <a:latin typeface="Calibri"/>
              </a:rPr>
              <a:t>A formulation with an edit language and executor that separates write accuracy from read accuracy, plus paired conditions isolating stale tokens, text history and graph-blind controls.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B262E"/>
                </a:solidFill>
                <a:latin typeface="Calibri"/>
              </a:rPr>
              <a:t>GraphModi, a first system on the benchmark, and evidence on where stale tokens hurt: turns where the edit changes the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C6B7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2B3D"/>
                </a:solidFill>
                <a:latin typeface="Cambria"/>
              </a:rPr>
              <a:t>Method: edit, execute, re-encode,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75"/>
                </a:solidFill>
                <a:latin typeface="Calibri"/>
              </a:rPr>
              <a:t>Explicit graph state; the QA call never sees the revision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1691640" cy="2103120"/>
          </a:xfrm>
          <a:prstGeom prst="roundRect">
            <a:avLst>
              <a:gd name="adj" fmla="val 8000"/>
            </a:avLst>
          </a:prstGeom>
          <a:solidFill>
            <a:srgbClr val="1C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4721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Revision r_t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34640"/>
            <a:ext cx="14721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3ECF0"/>
                </a:solidFill>
                <a:latin typeface="Calibri"/>
              </a:rPr>
              <a:t>natural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1992" y="2788920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28C28"/>
                </a:solidFill>
                <a:latin typeface="Calibr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011680"/>
            <a:ext cx="1691640" cy="2103120"/>
          </a:xfrm>
          <a:prstGeom prst="roundRect">
            <a:avLst>
              <a:gd name="adj" fmla="val 8000"/>
            </a:avLst>
          </a:prstGeom>
          <a:solidFill>
            <a:srgbClr val="0F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2888" y="2148840"/>
            <a:ext cx="14721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Edit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2834640"/>
            <a:ext cx="14721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3ECF0"/>
                </a:solidFill>
                <a:latin typeface="Calibri"/>
              </a:rPr>
              <a:t>few-shot frozen Llama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3ECF0"/>
                </a:solidFill>
                <a:latin typeface="Calibri"/>
              </a:rPr>
              <a:t>SET NODE / ADD / DEL EDGE / NOOP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2" y="2788920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28C28"/>
                </a:solidFill>
                <a:latin typeface="Calibr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1691640" cy="2103120"/>
          </a:xfrm>
          <a:prstGeom prst="roundRect">
            <a:avLst>
              <a:gd name="adj" fmla="val 8000"/>
            </a:avLst>
          </a:prstGeom>
          <a:solidFill>
            <a:srgbClr val="0F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2148840"/>
            <a:ext cx="14721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Executor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834640"/>
            <a:ext cx="14721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3ECF0"/>
                </a:solidFill>
                <a:latin typeface="Calibri"/>
              </a:rPr>
              <a:t>G_t = Apply(G_t-1, P_t)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3ECF0"/>
                </a:solidFill>
                <a:latin typeface="Calibri"/>
              </a:rPr>
              <a:t>invalid ops skipped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1032" y="2788920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28C28"/>
                </a:solidFill>
                <a:latin typeface="Calibr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011680"/>
            <a:ext cx="1691640" cy="2103120"/>
          </a:xfrm>
          <a:prstGeom prst="roundRect">
            <a:avLst>
              <a:gd name="adj" fmla="val 8000"/>
            </a:avLst>
          </a:prstGeom>
          <a:solidFill>
            <a:srgbClr val="1C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148840"/>
            <a:ext cx="14721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GNN encoder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834640"/>
            <a:ext cx="14721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3ECF0"/>
                </a:solidFill>
                <a:latin typeface="Calibri"/>
              </a:rPr>
              <a:t>BERT-768 features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3ECF0"/>
                </a:solidFill>
                <a:latin typeface="Calibri"/>
              </a:rPr>
              <a:t>GraphSAGE 3 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2788920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28C28"/>
                </a:solidFill>
                <a:latin typeface="Calibri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011680"/>
            <a:ext cx="1691640" cy="2103120"/>
          </a:xfrm>
          <a:prstGeom prst="roundRect">
            <a:avLst>
              <a:gd name="adj" fmla="val 8000"/>
            </a:avLst>
          </a:prstGeom>
          <a:solidFill>
            <a:srgbClr val="1C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2148840"/>
            <a:ext cx="14721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Projector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834640"/>
            <a:ext cx="14721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3ECF0"/>
                </a:solidFill>
                <a:latin typeface="Calibri"/>
              </a:rPr>
              <a:t>task-conditional readout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3ECF0"/>
                </a:solidFill>
                <a:latin typeface="Calibri"/>
              </a:rPr>
              <a:t>10 x 4096 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72" y="2788920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28C28"/>
                </a:solidFill>
                <a:latin typeface="Calibri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2011680"/>
            <a:ext cx="1691640" cy="2103120"/>
          </a:xfrm>
          <a:prstGeom prst="roundRect">
            <a:avLst>
              <a:gd name="adj" fmla="val 8000"/>
            </a:avLst>
          </a:prstGeom>
          <a:solidFill>
            <a:srgbClr val="1C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0968" y="2148840"/>
            <a:ext cx="14721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Frozen Llama-3.1-8B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2834640"/>
            <a:ext cx="14721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3ECF0"/>
                </a:solidFill>
                <a:latin typeface="Calibri"/>
              </a:rPr>
              <a:t>tokens + question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3ECF0"/>
                </a:solidFill>
                <a:latin typeface="Calibri"/>
              </a:rPr>
              <a:t>-&gt;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2B3D"/>
                </a:solidFill>
                <a:latin typeface="Calibri"/>
              </a:rPr>
              <a:t>WRITE PATH (navy)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43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C8A"/>
                </a:solidFill>
                <a:latin typeface="Calibri"/>
              </a:rPr>
              <a:t>READ PATH (teal)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Calibri"/>
              </a:rPr>
              <a:t>The write path turns each revision into at most three typed operations; an invalid operation is skipped, so an edit error persists into every later turn. The read path re-encodes the updated graph at each turn.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B262E"/>
                </a:solidFill>
                <a:latin typeface="Calibri"/>
              </a:rPr>
              <a:t>Training uses static QA and before/after counterfactual pairs only (5 epochs, AdamW lr 1e-3, batch 24, seed 42) with Llama frozen. As in CLEGR, the queried node text is appended to the question, but station status is withheld from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C6B7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2B3D"/>
                </a:solidFill>
                <a:latin typeface="Cambria"/>
              </a:rPr>
              <a:t>Our benchmark: multi-turn metro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75"/>
                </a:solidFill>
                <a:latin typeface="Calibri"/>
              </a:rPr>
              <a:t>The graph changes between questions; seed 42, balanced, leak-audited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28C28"/>
                </a:solidFill>
                <a:latin typeface="Cambria"/>
              </a:rPr>
              <a:t>4,455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C6B75"/>
                </a:solidFill>
                <a:latin typeface="Calibri"/>
              </a:rPr>
              <a:t>turns per split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5C6B75"/>
                </a:solidFill>
                <a:latin typeface="Calibri"/>
              </a:rPr>
              <a:t>(1,188 sessions)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28C28"/>
                </a:solidFill>
                <a:latin typeface="Cambria"/>
              </a:rPr>
              <a:t>41%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9260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C6B75"/>
                </a:solidFill>
                <a:latin typeface="Calibri"/>
              </a:rPr>
              <a:t>test turns where the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5C6B75"/>
                </a:solidFill>
                <a:latin typeface="Calibri"/>
              </a:rPr>
              <a:t>edit changes the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28C28"/>
                </a:solidFill>
                <a:latin typeface="Cambria"/>
              </a:rPr>
              <a:t>11 /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9260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C6B75"/>
                </a:solidFill>
                <a:latin typeface="Calibri"/>
              </a:rPr>
              <a:t>static / multi-turn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5C6B75"/>
                </a:solidFill>
                <a:latin typeface="Calibri"/>
              </a:rPr>
              <a:t>task families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6459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8288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28C28"/>
                </a:solidFill>
                <a:latin typeface="Cambria"/>
              </a:rPr>
              <a:t>12-22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9260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C6B75"/>
                </a:solidFill>
                <a:latin typeface="Calibri"/>
              </a:rPr>
              <a:t>stations per graph,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5C6B75"/>
                </a:solidFill>
                <a:latin typeface="Calibri"/>
              </a:rPr>
              <a:t>3 densities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B262E"/>
                </a:solidFill>
                <a:latin typeface="Calibri"/>
              </a:rPr>
              <a:t>The grid crosses 11 graph sizes x session lengths {1, 2, 4, 8} x 3 densities (mean degree 2.8 / 3.8 / 5.0) x 9 tasks, so every session length and density is covered evenly.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1B262E"/>
                </a:solidFill>
                <a:latin typeface="Calibri"/>
              </a:rPr>
              <a:t>Yes/no answers 50/50 within every prompt-visible stratum; 37% of test turns are NOOP.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1B262E"/>
                </a:solidFill>
                <a:latin typeface="Calibri"/>
              </a:rPr>
              <a:t>Tasks: reachability, constrained reachability, edge existence, cycle membership, degree, neighbour counts, shortest path, within-hops count, most-common attribute.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C6B7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2B3D"/>
                </a:solidFill>
                <a:latin typeface="Cambria"/>
              </a:rPr>
              <a:t>Paired conditions isolate what helps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75"/>
                </a:solidFill>
                <a:latin typeface="Calibri"/>
              </a:rPr>
              <a:t>Every condition runs on the same sessions, so differences come from the inputs alone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28C28"/>
                </a:solidFill>
                <a:latin typeface="Calibri"/>
              </a:rPr>
              <a:t>Re-encoded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Calibri"/>
              </a:rPr>
              <a:t>oracle_updated_graph encodes the gold graph G_t afresh every turn. It is the upper bound for re-encoding because no edit error enters.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7C8A"/>
                </a:solidFill>
                <a:latin typeface="Calibri"/>
              </a:rPr>
              <a:t>Stale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377439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Calibri"/>
              </a:rPr>
              <a:t>structure_only and frozen_graph_history keep the tokens of the initial graph G0; the second also adds the revision history as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Wrong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77439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Calibri"/>
              </a:rPr>
              <a:t>shuffled_graph gives tokens of another session's graph: the right format with the wrong content. It tests whether tokens encode this session.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7C8A"/>
                </a:solidFill>
                <a:latin typeface="Calibri"/>
              </a:rPr>
              <a:t>Graph-blind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Calibri"/>
              </a:rPr>
              <a:t>question_only and token_matched_history use no graph tokens; graph_once_then_text gives G0 tokens only on the first turn, then 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16052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343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7C8A"/>
                </a:solidFill>
                <a:latin typeface="Calibri"/>
              </a:rPr>
              <a:t>Soft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80060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Calibri"/>
              </a:rPr>
              <a:t>A learned prompt with no GNN that reads the accumulated revision history. It can answer many questions directly from the edits.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16052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343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5C6B75"/>
                </a:solidFill>
                <a:latin typeface="Calibri"/>
              </a:rPr>
              <a:t>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80060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Calibri"/>
              </a:rPr>
              <a:t>The stale answer (59.3%) ignores edits and is not a competitor. The per-task majority answer scores 29.4%.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C6B7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2B3D"/>
                </a:solidFill>
                <a:latin typeface="Cambria"/>
              </a:rPr>
              <a:t>GraphModi matches the oracle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75"/>
                </a:solidFill>
                <a:latin typeface="Calibri"/>
              </a:rPr>
              <a:t>TEA-style, multi-turn test accuracy (%), single seed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0" y="173736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9202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7C8A"/>
                </a:solidFill>
                <a:latin typeface="Calibri"/>
              </a:rPr>
              <a:t>Tokens encode this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2377439"/>
            <a:ext cx="292608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Calibri"/>
              </a:rPr>
              <a:t>GraphModi and the oracle graph beat a shuffled graph by about 5 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70332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38862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Not beyond soft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434340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Calibri"/>
              </a:rPr>
              <a:t>GraphModi is +0.7 pts above it (oracle +0.9, CI [-0.8, +2.6]). The soft prompt reads the revision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C6B7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2B3D"/>
                </a:solidFill>
                <a:latin typeface="Cambria"/>
              </a:rPr>
              <a:t>Stale tokens hurt where the edit matters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57607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92240" y="1463040"/>
          <a:ext cx="512064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Calibri"/>
              </a:rPr>
              <a:t>GraphModi with its own edits matches the oracle graph and beats stale tokens by about 4.5 points on answer-changing turns; on unchanged turns they match. The session-length decline appears on test only, not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C6B7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2B3D"/>
                </a:solidFill>
                <a:latin typeface="Cambria"/>
              </a:rPr>
              <a:t>Write path: predicted edits cost little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75"/>
                </a:solidFill>
                <a:latin typeface="Calibri"/>
              </a:rPr>
              <a:t>RQ1: frozen Llama, few-shot prompt, greedy decoding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40233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28C28"/>
                </a:solidFill>
                <a:latin typeface="Cambria"/>
              </a:rPr>
              <a:t>88.6%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6B75"/>
                </a:solidFill>
                <a:latin typeface="Calibri"/>
              </a:rPr>
              <a:t>test turns where predicted edits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5C6B75"/>
                </a:solidFill>
                <a:latin typeface="Calibri"/>
              </a:rPr>
              <a:t>reproduce the gold graph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40233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28C28"/>
                </a:solidFill>
                <a:latin typeface="Cambria"/>
              </a:rPr>
              <a:t>95.2%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6B75"/>
                </a:solidFill>
                <a:latin typeface="Calibri"/>
              </a:rPr>
              <a:t>turns with an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5C6B75"/>
                </a:solidFill>
                <a:latin typeface="Calibri"/>
              </a:rPr>
              <a:t>execution-equivalent edit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663440"/>
            <a:ext cx="40233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54879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28C28"/>
                </a:solidFill>
                <a:latin typeface="Cambria"/>
              </a:rPr>
              <a:t>34.9 vs 35.1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59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6B75"/>
                </a:solidFill>
                <a:latin typeface="Calibri"/>
              </a:rPr>
              <a:t>TEA accuracy, predicted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5C6B75"/>
                </a:solidFill>
                <a:latin typeface="Calibri"/>
              </a:rPr>
              <a:t>vs gold edits (test)</a:t>
            </a:r>
          </a:p>
        </p:txBody>
      </p:sp>
      <p:pic>
        <p:nvPicPr>
          <p:cNvPr id="13" name="Picture 12" descr="fig1_accuracy_by_session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6675120" cy="297346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37760" y="493776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6B75"/>
                </a:solidFill>
                <a:latin typeface="Calibri"/>
              </a:rPr>
              <a:t>Accuracy by session length (report figure 1). Revisions are templated, so edit accuracy overstates free-form performance.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C6B7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2B3D"/>
                </a:solidFill>
                <a:latin typeface="Cambria"/>
              </a:rPr>
              <a:t>Scope of 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C6B75"/>
                </a:solidFill>
                <a:latin typeface="Calibri"/>
              </a:rPr>
              <a:t>What the results do and do not show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7C8A"/>
                </a:solidFill>
                <a:latin typeface="Calibri"/>
              </a:rPr>
              <a:t>Single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4983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Calibri"/>
              </a:rPr>
              <a:t>All results use seed 42. An identical recipe varies by about 3-4 points between runs, so small gaps between models or conditions are not interpretable on their 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28C28"/>
                </a:solidFill>
                <a:latin typeface="Calibri"/>
              </a:rPr>
              <a:t>Templated revisions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39"/>
            <a:ext cx="4983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Calibri"/>
              </a:rPr>
              <a:t>Node edits use one template and edge edits are the edit command itself, so write-path accuracy likely overstates performance on free-form revisions.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0F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The soft prompt reads the revision text, so we do not claim graph tokens beat a text channel. The evidence for graph use comes from the shuffled-graph and stale-token controls.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C6B7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Calibri"/>
              </a:rPr>
              <a:t>What we can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Stale tokens are worse exactly on answer-changing turns, and re-encoding recovers about 5 points there.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The tokens encode the specific graph: the correct graph beats a shuffled one by about 5 points.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The write path is not the bottleneck: model-written edits cost almost nothing.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The read path is: absolute accuracy is about 35% and count tasks stay below 20%.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Calibri"/>
              </a:rPr>
              <a:t>What we cannot claim yet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94560"/>
            <a:ext cx="5120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That graph tokens beat a text channel that sees the revision history (+0.9 points, not significant).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Any model-vs-model ranking, since single-seed gaps of 3-4 points are within run variance.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That edit accuracy carries over to free-form revisions, because ours are templated.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